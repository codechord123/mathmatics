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분수의 곱셈 단원 전체를 정리한 문제 만들기 활동지입니다. 학생마다 사본을 배부해 사용하세요.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2·3차시 (진)분수 × 자연수, 대분수 × 자연수용 활동지입니다.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4·5차시 자연수 × (진)분수, 자연수 × 대분수용 활동지입니다.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6·7차시 진분수 × 진분수, 넓이 맥락용 활동지입니다.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8차시 대분수 × 대분수용 활동지입니다.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문제를 만들기 어려워하는 학생에게 먼저 보여 주는 도움판입니다.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5603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분수의 곱셈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65836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문제 만들기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291072" y="329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5학년 1학기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" y="950976"/>
            <a:ext cx="8193024" cy="1481328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024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정리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분수 × 자연수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분모는 그대로 두고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분자에만 자연수를 곱해요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2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자연수 × 분수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60904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자연수와 분자를 곱하고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분모로 나눠요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60904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6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4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분수 × 분수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분자는 분자끼리,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분모는 분모끼리 곱해요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대분수의 곱셈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대분수를 가분수로 바꾼 뒤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곱해요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2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2 = 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2029968"/>
            <a:ext cx="7790688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약분 먼저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곱하기 전에 약분하면 계산이 쉬워요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210312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가분수로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대분수는 반드시 가분수로 바꿔요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103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 정리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가분수는 대분수로, 기약분수로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내가 만든 문제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분수의 곱셈이 들어가는 이야기 문제를 만들어 보세요.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6656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01184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정답 및 풀이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901184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식을 쓰고, 어떻게 풀었는지 말로 설명해 보세요.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01184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01184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5603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(진)분수 × 자연수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65836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문제 만들기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291072" y="329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· 3차시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" y="950976"/>
            <a:ext cx="8193024" cy="1481328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024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정리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방법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분모는 그대로 두고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분자에만 자연수를 곱해요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2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약분하기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60904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곱하기 전에 해도 되고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곱한 뒤에 해도 돼요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60904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 정리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가분수가 되면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대분수로 바꿔 써요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대분수일 때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가분수로 바꾼 뒤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자연수를 곱해요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3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3 = 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2029968"/>
            <a:ext cx="7790688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 넣기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이야기가 있는 문제로 만들어요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210312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 고르기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약분이 되는 수를 넣으면 답이 깔끔해요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103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 먼저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답을 정해 놓고 거꾸로 만들어요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내가 만든 문제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"똑같은 양을 여러 번" 이야기로 만들어 보세요.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6656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01184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정답 및 풀이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901184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식을 쓰고, 어떻게 풀었는지 말로 설명해 보세요.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01184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01184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5603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자연수 × (진)분수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65836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문제 만들기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291072" y="329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· 5차시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" y="950976"/>
            <a:ext cx="8193024" cy="1481328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024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정리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방법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자연수와 분자를 곱하고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분모로 나눠요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4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뜻 읽기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60904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"6의 </a:t>
            </a:r>
            <a:pPr indent="0" marL="0">
              <a:lnSpc>
                <a:spcPct val="118000"/>
              </a:lnSpc>
              <a:buNone/>
            </a:pPr>
            <a:r>
              <a:rPr lang="en-US" sz="850" baseline="3000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lnSpc>
                <a:spcPct val="118000"/>
              </a:lnSpc>
              <a:buNone/>
            </a:pPr>
            <a:r>
              <a:rPr lang="en-US" sz="850" baseline="-4000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만큼"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이라고 읽어요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60904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÷ 3 × 2 = 4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크기 어림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진분수를 곱하면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원래 수보다 작아져요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&lt; 6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대분수일 때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가분수로 바꾼 뒤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곱해요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× 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4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2029968"/>
            <a:ext cx="7790688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 넣기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"전체의 얼마만큼"으로 만들어요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210312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 고르기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자연수가 분모의 배수면 답이 자연수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103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 먼저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답을 정해 놓고 거꾸로 만들어요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내가 만든 문제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"전체의 얼마만큼" 또는 "몇 배" 이야기로 만들어 보세요.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6656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01184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정답 및 풀이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901184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식을 쓰고, 어떻게 풀었는지 말로 설명해 보세요.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01184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01184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5603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분수 × 분수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65836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문제 만들기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291072" y="329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· 7차시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" y="950976"/>
            <a:ext cx="8193024" cy="1481328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024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정리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방법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분자는 분자끼리,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분모는 분모끼리 곱해요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약분 먼저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60904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곱하기 전에 약분하면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수가 작아져 쉬워요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60904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넓이로 보기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직사각형의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가로 × 세로와 같아요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m²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크기 어림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진분수끼리 곱하면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수보다 작아져요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&lt;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2029968"/>
            <a:ext cx="7790688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 넣기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"넓이" 또는 "전체의 얼마의 얼마"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210312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 고르기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약분이 되는 수를 넣으면 답이 깔끔해요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103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 먼저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답을 정해 놓고 거꾸로 만들어요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내가 만든 문제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"넓이" 또는 "전체의 얼마의 얼마" 이야기로 만들어 보세요.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6656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01184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정답 및 풀이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901184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식을 쓰고, 어떻게 풀었는지 말로 설명해 보세요.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01184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01184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5603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대분수의 곱셈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65836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나만의 문제 만들기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291072" y="329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8차시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" y="950976"/>
            <a:ext cx="8193024" cy="1481328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024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정리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방법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수 모두 가분수로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바꾼 뒤 곱해요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약분하기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60904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가분수로 바꾼 뒤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약분해요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60904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 정리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마지막에 대분수로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바꿔 써요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= 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하는 실수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자연수끼리, 분수끼리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따로 곱하면 틀려요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× 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≠ 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2029968"/>
            <a:ext cx="7790688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 넣기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이야기가 있는 문제로 만들어요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210312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 고르기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약분이 되는 수를 넣으면 답이 깔끔해요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103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 먼저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답을 정해 놓고 거꾸로 만들어요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내가 만든 문제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대분수가 두 번 들어가는 이야기로 만들어 보세요.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6656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01184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정답 및 풀이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901184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가분수로 바꾸는 과정까지 함께 써 보세요.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01184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01184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" y="256032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상황으로 만들까?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658368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분수의 곱셈 · 문제 만들기 도움판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291072" y="329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도움판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75488" y="950976"/>
            <a:ext cx="8193024" cy="1481328"/>
          </a:xfrm>
          <a:prstGeom prst="roundRect">
            <a:avLst>
              <a:gd name="adj" fmla="val 3704"/>
            </a:avLst>
          </a:prstGeom>
          <a:solidFill>
            <a:srgbClr val="F5F7FA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76656" y="10241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 고르기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76656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똑같이 여러 번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같은 양을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번 더할 때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L씩 3병이면?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2660904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배 구하기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660904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어떤 양의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몇 배를 구할 때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2660904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6 kg의 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배는?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전체의 얼마만큼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전체에서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일부를 구할 때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645152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12명의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는?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1280160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직사각형의 넓이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499616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가로 × 세로를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구할 때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1792224"/>
            <a:ext cx="1837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예)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 × </a:t>
            </a:r>
            <a:pPr indent="0" marL="0">
              <a:buNone/>
            </a:pPr>
            <a:r>
              <a:rPr lang="en-US" sz="850" baseline="3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⁄</a:t>
            </a:r>
            <a:pPr indent="0" marL="0">
              <a:buNone/>
            </a:pPr>
            <a:r>
              <a:rPr lang="en-US" sz="850" baseline="-4000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pPr indent="0" marL="0">
              <a:buNone/>
            </a:pPr>
            <a:r>
              <a:rPr lang="en-US" sz="850" dirty="0">
                <a:solidFill>
                  <a:srgbClr val="0E749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" y="2029968"/>
            <a:ext cx="7790688" cy="0"/>
          </a:xfrm>
          <a:prstGeom prst="line">
            <a:avLst/>
          </a:prstGeom>
          <a:noFill/>
          <a:ln w="12700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하나만 묻기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묻는 것이 한 가지여야 해요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2103120"/>
            <a:ext cx="2724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수가 알맞게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5학년이 풀 수 있는 수로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272784" y="2103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답이 있게</a:t>
            </a:r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 </a:t>
            </a:r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꼭 답을 구할 수 있어야 해요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내가 만든 문제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 네 가지 중 하나를 골라 이야기를 만들어 보세요.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6656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0016" y="2670048"/>
            <a:ext cx="3968496" cy="2066544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901184" y="277977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정답 및 풀이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901184" y="30175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3809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식을 쓰고, 어떻게 풀었는지 말로 설명해 보세요.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901184" y="345643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2219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01184" y="418795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01184" y="4553712"/>
            <a:ext cx="3566160" cy="0"/>
          </a:xfrm>
          <a:prstGeom prst="line">
            <a:avLst/>
          </a:prstGeom>
          <a:noFill/>
          <a:ln w="9525">
            <a:solidFill>
              <a:srgbClr val="C6CED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분수의 곱셈 - 나만의 문제 만들기</dc:title>
  <dc:subject>PptxGenJS Presentation</dc:subject>
  <dc:creator/>
  <cp:lastModifiedBy/>
  <cp:revision>1</cp:revision>
  <dcterms:created xsi:type="dcterms:W3CDTF">2026-09-22T23:40:40Z</dcterms:created>
  <dcterms:modified xsi:type="dcterms:W3CDTF">2026-09-22T23:40:40Z</dcterms:modified>
</cp:coreProperties>
</file>